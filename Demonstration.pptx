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6" r:id="rId21"/>
    <p:sldId id="270" r:id="rId22"/>
    <p:sldId id="277" r:id="rId23"/>
    <p:sldId id="278" r:id="rId24"/>
    <p:sldId id="279" r:id="rId25"/>
    <p:sldId id="280" r:id="rId26"/>
    <p:sldId id="271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2555" y="240665"/>
            <a:ext cx="9144000" cy="197548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charset="0"/>
                <a:cs typeface="Calibri" panose="020F0502020204030204" charset="0"/>
              </a:rPr>
              <a:t>AWS S3 Cloud Misconfiguration Scanner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780" y="2876550"/>
            <a:ext cx="7215505" cy="1746250"/>
          </a:xfrm>
        </p:spPr>
        <p:txBody>
          <a:bodyPr/>
          <a:lstStyle/>
          <a:p>
            <a:pPr algn="l"/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Author: Kishan Dasanayaka 20070145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Group member - Navneet Saini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What Is AWS?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Global cloud computing platform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Provides compute, storage, networking, security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Pay-as-you-go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Highly scalable and secure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Popular Companies Using AWS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Netflix – Global streaming, analytics, content delivery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BMW – AI deployment across 22M vehicles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Adidas – 40× faster application launches on AWS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Pfizer – Accelerated vaccine &amp; oncology research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Amazon Retail – Runs global e‑commerce infrastructure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Airbnb – Scalable hosting &amp; analytics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Spotify – Machine learning &amp; backend services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NASA – Space mission data storage &amp; analysis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Samsung – IoT &amp; cloud services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Coca‑Cola – Global digital transformation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What Is Amazon S3?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Object storage service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Stores files, logs, backups, static websites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Organised into Buckets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Supports ACLs, Policies, Encryption, Logging, Versioning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Common S3 Misconfigurations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Public bucket ACLs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Public bucket policies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Public object ACLs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Missing encryption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Public Access Block disabled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Logging disabled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Versioning disabled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Website hosting enabled unintentionally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Why These Misconfigurations Matters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Public ACLs / Policies / Objects → Data exposure, unauthorized access, full bucket compromise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Missing Encryption → Non‑compliant, plaintext data at rest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Public Access Block Off → No guardrails, accidental public exposure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Logging Off → No visibility, no forensics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Versioning Off → No recovery from deletion or tampering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Website Hosting On → Bucket becomes a public web server, risk of abuse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Scanner Overview &amp; Core Concepts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Scanner Overview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Python based S3 misconfiguration scanner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Two modes: Dummy (offline JSON) &amp; AWS (live)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Produces JSON, CSV, HTML reports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Uses dataclasses for structured findings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Uses AWS Vault for secure credentials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What Is AWS Vault?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Secure credential manager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Stores long term credentials encrypted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Injects temporary session credentials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Prevents accidental key leaks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Used for AWS mode scanning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What Is a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Dataclass</a:t>
            </a:r>
            <a:r>
              <a:rPr lang="en-US" altLang="en-US"/>
              <a:t>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Python decorator for data models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Auto generates: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__init__()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__repr__()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__eq__()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Perfect for structured findings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Easily serializable with asdict()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>
                <a:latin typeface="Calibri" panose="020F0502020204030204" charset="0"/>
                <a:cs typeface="Calibri" panose="020F0502020204030204" charset="0"/>
              </a:rPr>
              <a:t>Finding Dataclass Structure</a:t>
            </a:r>
            <a:br>
              <a:rPr lang="en-US" altLang="en-US" sz="360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3600">
                <a:latin typeface="Calibri" panose="020F0502020204030204" charset="0"/>
                <a:cs typeface="Calibri" panose="020F0502020204030204" charset="0"/>
              </a:rPr>
              <a:t>@dataclass</a:t>
            </a:r>
            <a:endParaRPr lang="en-US" altLang="en-US" sz="36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class Finding: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   resource: str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   issue: str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   severity: int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   details: str = ""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   metadata: Dict[str, str] = field(default_factory=dict)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Data Structures Used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Python dict → JSON input, AWS responses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List[Finding] → collection of findings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Dict[str, Any] → bucket metadata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Dataclass → structured finding model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List[Dict] → report serialization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AWS APIs &amp; Response Handling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AWS APIs Used (boto3)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Bucket level APIs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list_buckets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get_bucket_acl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get_bucket_policy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get_public_access_block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get_bucket_encryption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get_bucket_website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get_bucket_logging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get_bucket_versioning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Object level APIs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list_objects_v2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get_object_acl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How AWS Responses Are Retrieved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boto3 returns Python dictionaries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Example: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{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"Owner": {...},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"Grants": [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 {"Grantee": {...}, "Permission": "READ"}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]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Scanner extracts fields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Rule functions evaluate ACLs, policies, configs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Findings appended to List[Finding]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Execution Flows (Dummy &amp; AWS)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Dummy Mode Overview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Purpose: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Offline testing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No AWS credentials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Safe &amp; predictable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Dummy Mode Flow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User runs CLI with --file sample.json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JSON loaded into Python dict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Scanner reads ACL, Policy, Config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Rule functions applied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Findings stored in List[Finding]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Reports generated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Dummy Mode Diagram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main.py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run_dummy()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load_json_file() → dict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scan_all_buckets_from_json() → List[Finding]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save_report() → JSON/CSV/HTML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print_summary()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AWS Mode Overview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Purpose: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Real cloud scanning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Uses AWS Vault + boto3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Detects real misconfigurations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AWS Mode Flow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AWS Vault injects credentials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boto3.Session created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Scanner enumerates buckets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Retrieves ACL, Policy, Encryption, Logging, Versioning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Retrieves object ACLs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Rule functions applied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Findings stored in List[Finding]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Reports generated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AWS Mode Diagram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main.py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run_aws()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boto3.Session()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scan_all_buckets_live()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AWS API calls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Rule functions → List[Finding]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  ↓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save_report()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Automation &amp; Testing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Automation (PowerShell Scripts)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run_scanner_dummy.ps1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Activates venv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Installs dependencies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Runs dummy mode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Saves reports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run_scanner_end_to_end.ps1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Activates venv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Validates AWS credentials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Runs AWS mode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Saves reports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Test Harness Purpose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Creates a real public S3 bucket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Applies public ACL + public policy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Uploads a public object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Runs scanner end to end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Validates detection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Cleans up resources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Reporting &amp; Conclusion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Reports Generated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JSON → full metadata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CSV → tabular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HTML → styled report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Console summary → Rich table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Key Strengths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Modular architecture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Secure credential model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Comprehensive rule engine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Multiformat reporting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Automated testing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Real AWS validation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Conclusion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Scanner detects critical S3 misconfigurations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Supports dummy and AWS modes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Uses secure AWS Vault workflow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Produces auditready reports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Demonstrates strong cloud security engineering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Summary of Future Work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Add Azure + GCP scanning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ML-Trend analysis (historical scans)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Extend dataclass model for mult cloud metadata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Integrate cloud specific APIs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Improve automation &amp; scheduling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Unified multi cloud HTML dashboard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2743518"/>
            <a:ext cx="10972800" cy="1143000"/>
          </a:xfrm>
        </p:spPr>
        <p:txBody>
          <a:bodyPr/>
          <a:p>
            <a:r>
              <a:rPr lang="en-US" altLang="en-US"/>
              <a:t>Thank You / Q&amp;A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4968</Words>
  <Application>WPS Presentation</Application>
  <PresentationFormat>Widescreen</PresentationFormat>
  <Paragraphs>251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Candara</vt:lpstr>
      <vt:lpstr>Cambria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Kishan</dc:creator>
  <cp:lastModifiedBy>Kishan</cp:lastModifiedBy>
  <cp:revision>47</cp:revision>
  <dcterms:created xsi:type="dcterms:W3CDTF">2025-07-23T00:59:00Z</dcterms:created>
  <dcterms:modified xsi:type="dcterms:W3CDTF">2025-12-14T18:19:44Z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1033-12.2.0.23131</vt:lpwstr>
  </property>
</Properties>
</file>